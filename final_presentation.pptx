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33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146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D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A500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FC BARCELONA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Pressure Cooker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a Hack 2026 — Soccer GPT Hackathon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0233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Identifying when and how Barcelona's defensive structure breaks down,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which vulnerability patterns recur across matches.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50044"/>
                </a:solidFill>
              </a:rPr>
              <a:t>Tactical Question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</a:rPr>
              <a:t>When and how does Barcelona's defensive structure break down, and which vulnerability patterns recur across matches?</a:t>
            </a:r>
            <a:endParaRPr lang="en-US" sz="1800" dirty="0"/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4D98"/>
                </a:solidFill>
              </a:rPr>
              <a:t>Why it matters:</a:t>
            </a:r>
            <a:endParaRPr lang="en-US" sz="18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17 goals conceded across 11 matches. Coaching staff need structured, data-driven insight into recurring defensive failures — not just post-match gut feeling.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852160" y="1097280"/>
            <a:ext cx="29260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852160" y="1097280"/>
            <a:ext cx="2926080" cy="457200"/>
          </a:xfrm>
          <a:prstGeom prst="rect">
            <a:avLst/>
          </a:prstGeom>
          <a:solidFill>
            <a:srgbClr val="004D9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852160" y="1097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Scope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26480" y="1737360"/>
            <a:ext cx="23774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2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modeling &amp;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detection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covers: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1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&amp;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</a:t>
            </a:r>
            <a:endParaRPr lang="en-US" sz="13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Extension: </a:t>
            </a: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Multi-match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analysis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&amp; Key Limitations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A34A"/>
                </a:solidFill>
              </a:rPr>
              <a:t>Smart Tagging (Primary)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508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Team-level tactical phase annotations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event codes per match, both teams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coverage, clean data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97316"/>
                </a:solidFill>
              </a:rPr>
              <a:t>ATD Tracking (Limited)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508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Per-frame x/y/speed at 25fps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NaN for outfield players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player IDs (identity fragmentation)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7863840" cy="1645920"/>
          </a:xfrm>
          <a:prstGeom prst="rect">
            <a:avLst/>
          </a:prstGeom>
          <a:solidFill>
            <a:srgbClr val="FEF3C7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32461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</a:rPr>
              <a:t>Project Pivot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611880"/>
            <a:ext cx="7498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plan: individual player performance analysis. Tracking identity fragmentation (40-60 extra IDs per match) made this intractable. We pivoted to team-wide defensive analysis — fully answerable from Smart Tagging data alone.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3" name="Image 0" descr="/home/claude/figures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8595360" cy="2011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29184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4D98"/>
                </a:solidFill>
              </a:rPr>
              <a:t>Risk Scoring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Per-second score (0-100) from weighted event overlap. 15s smoothing. Goals spike to 100.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834640" y="329184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834640" y="3291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4D98"/>
                </a:solidFill>
              </a:rPr>
              <a:t>Danger Detection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926080" y="36576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scipy find_peaks with tuned parameters. 100% goal coverage. Merge within 60s.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937760" y="329184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937760" y="3291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4D98"/>
                </a:solidFill>
              </a:rPr>
              <a:t>Pattern Analysis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36576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Fingerprint sequences → subsequence clustering → Bayesian confidence scoring.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040880" y="329184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040880" y="32918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4D98"/>
                </a:solidFill>
              </a:rPr>
              <a:t>LLM Explainer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0" y="36576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GPT-4o-mini generates tactical explanations from structured evidence packs.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4D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0" y="109728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144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743200" y="2011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109728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6A3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937760" y="2011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0" y="109728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7132320" y="201168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19202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0175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3C5FD"/>
                </a:solidFill>
              </a:rPr>
              <a:t>Severity Breakdown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</a:rPr>
              <a:t>21 Critical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</a:rPr>
              <a:t>Goal conceded or near-certain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97316"/>
                </a:solidFill>
              </a:rPr>
              <a:t>22 High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</a:rPr>
              <a:t>Clear danger, multiple threats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35040" y="338328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</a:rPr>
              <a:t>101 Moderate</a:t>
            </a:r>
            <a:endParaRPr lang="en-US" sz="1600" dirty="0"/>
          </a:p>
          <a:p>
            <a:pPr marL="0" indent="0">
              <a:buNone/>
            </a:pPr>
            <a:r>
              <a:rPr lang="en-US" sz="1000" dirty="0">
                <a:solidFill>
                  <a:srgbClr val="93C5FD"/>
                </a:solidFill>
              </a:rPr>
              <a:t>Elevated risk, territorial pressure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 Timeline: Arsenal vs Barça (5-3)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danger moments detected — 6 critical (all 5 Arsenal goals captured)</a:t>
            </a:r>
            <a:endParaRPr lang="en-US" sz="1200" dirty="0"/>
          </a:p>
        </p:txBody>
      </p:sp>
      <p:pic>
        <p:nvPicPr>
          <p:cNvPr id="4" name="Image 0" descr="/home/claude/figures/risk_timeline_arse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05840"/>
            <a:ext cx="8778240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Stars = goal-anchored moments. Color gradient: green (low risk) → red (high risk). Dashed lines = severity thresholds.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dangerous match in the dataset — rapid transitions and open play created sustained vulnerability across both halves.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Recurring Vulnerability Patterns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Bayesian pattern detection across 11 matches — 3 statistically significant patterns found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3152" cy="10515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258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ATK TRANSITION → DEF TRANSITION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Confidence: 0.601  |  Lift: 2.66×  |  Occurrences: 10 (3 goals)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Counter-attacks when Barça lose the ball with players committed forward. Nearly 3× more likely to result in a goal.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46888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3152" cy="10515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CREATING CHANCES → DEF. IN DEF. THIRD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0" y="2514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Confidence: 0.471  |  Lift: 1.97×  |  Occurrences: 9 (2 goals)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05840" y="2880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Opponent bypasses mid-block entirely — chance creation leads directly to deep defending without intermediate phase.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05840" y="3703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PROGRESSION → DEF. IN MID. THIRD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Confidence: 0.463  |  Lift: 1.48×  |  Occurrences: 12 (2 goals)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05840" y="4069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Opponent progresses through midfield while Barça defends in middle third. Appeared in both heavy-defeat matches.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Integration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40233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4D98"/>
                </a:solidFill>
              </a:rPr>
              <a:t>How the LLM is used</a:t>
            </a:r>
            <a:endParaRPr lang="en-US" sz="1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GPT-4o-mini (via OpenRouter) transforms structured evidence packs into coach-friendly tactical explanations.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Three prompt templates: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Moment → tactical breakdown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Window → passage-of-play summary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Pattern → structural vulnerability analysis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Hallucination mitigation: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Data-aware system prompt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[CODE] citation requirement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Confidence-gated language</a:t>
            </a:r>
            <a:endParaRPr lang="en-US" sz="16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  SHA-256 response caching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0" y="1005840"/>
            <a:ext cx="384048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0" y="1005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4D98"/>
                </a:solidFill>
              </a:rPr>
              <a:t>Example Output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212080" y="13716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AC Milan vs Barça — 37:01-37:46 — Risk: 77.2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12080" y="169164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"Barcelona's defensive structure faltered due to poor organization during the [DEFENSIVE TRANSITION]. As AC Milan initiated an [ATTACKING TRANSITION], players were slow to regroup, leading to unmarked opposition in the [FINAL THIRD]. Coaching staff should emphasize rapid defensive recovery drills and spatial awareness during transitions."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4D9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Interactive Dashboard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FastAPI application for coaching staff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</a:rPr>
              <a:t>Match Selector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0" y="12801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all 11 matches with opponent and score info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</a:rPr>
              <a:t>Risk Timeline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9659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Color-gradient chart showing risk score over match time with goal markers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2651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</a:rPr>
              <a:t>Danger Moments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0" y="26517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Clickable cards ranked by severity with LLM explanations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337560"/>
            <a:ext cx="7680960" cy="54864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4400" y="3337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</a:rPr>
              <a:t>Video Seek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danger moment to jump to the broadcast timestamp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768096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40233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4D98"/>
                </a:solidFill>
              </a:rPr>
              <a:t>Custom Analysis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40233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any passage of play for on-demand LLM explanation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offset calibration is stored per match (pre-match broadcast time + halftime gap), enabling accurate frame-level seeking for all 11 matches.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4D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A500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play is Barcelona's primary vulnerability </a:t>
            </a:r>
            <a:r>
              <a:rPr lang="en-US" sz="14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appearing in 48% of danger moments with 2.66× goal lift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Tagging alone produces actionable intelligence </a:t>
            </a:r>
            <a:r>
              <a:rPr lang="en-US" sz="14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144 danger moments, 100% goal coverage, 3 recurring patterns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explanations are grounded and verifiable </a:t>
            </a:r>
            <a:r>
              <a:rPr lang="en-US" sz="14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insight traces to event codes and match timestamps</a:t>
            </a:r>
            <a:endParaRPr lang="en-US" sz="1400" dirty="0"/>
          </a:p>
          <a:p>
            <a:pPr marL="0" indent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limitations </a:t>
            </a:r>
            <a:r>
              <a:rPr lang="en-US" sz="14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no player-level claims, Bayesian confidence hedging, sample-size caveats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 Barcelona Defensive Fault Lines — More than a Hack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834</Words>
  <Application>Microsoft Office PowerPoint</Application>
  <PresentationFormat>On-screen Show (16:9)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 Barcelona Defensive Fault Lines — More than a Hack 2026</dc:title>
  <dc:subject>PptxGenJS Presentation</dc:subject>
  <dc:creator>FCB Defensive Fault Lines Team</dc:creator>
  <cp:lastModifiedBy>foojan babaeeian</cp:lastModifiedBy>
  <cp:revision>2</cp:revision>
  <dcterms:created xsi:type="dcterms:W3CDTF">2026-02-21T18:26:33Z</dcterms:created>
  <dcterms:modified xsi:type="dcterms:W3CDTF">2026-02-22T07:47:20Z</dcterms:modified>
</cp:coreProperties>
</file>